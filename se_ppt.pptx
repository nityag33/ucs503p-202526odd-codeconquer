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79A6B9E-EECF-70F4-7504-558AF4811E2D}"/>
              </a:ext>
            </a:extLst>
          </p:cNvPr>
          <p:cNvSpPr/>
          <p:nvPr/>
        </p:nvSpPr>
        <p:spPr>
          <a:xfrm>
            <a:off x="1673352" y="1188720"/>
            <a:ext cx="5431536" cy="4315967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C9E5CB-F67B-1A61-016C-4F60CD63E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96" y="530352"/>
            <a:ext cx="8463566" cy="59861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432912-A102-5CFC-1DCF-64A774DDF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1" y="0"/>
            <a:ext cx="912178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449063-759C-E195-5279-D2EDFE592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2" y="0"/>
            <a:ext cx="907663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08271E-21F6-2173-B0B3-24343CA4A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BB450E0-911D-6F61-5F95-2DBF2F88A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39" y="0"/>
            <a:ext cx="923544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14B70F-655D-C357-CC4B-D4679EABD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671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8861D7-DD26-978C-42AF-DEFAA3953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128016"/>
            <a:ext cx="9144000" cy="698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789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AC24CB-1C4A-A9D7-1FF8-6F8106DB0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66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On-screen Show (4:3)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Aayush Goel</dc:creator>
  <cp:keywords/>
  <dc:description>generated using python-pptx</dc:description>
  <cp:lastModifiedBy>Aayush Goel</cp:lastModifiedBy>
  <cp:revision>2</cp:revision>
  <dcterms:created xsi:type="dcterms:W3CDTF">2013-01-27T09:14:16Z</dcterms:created>
  <dcterms:modified xsi:type="dcterms:W3CDTF">2025-08-28T06:15:56Z</dcterms:modified>
  <cp:category/>
</cp:coreProperties>
</file>