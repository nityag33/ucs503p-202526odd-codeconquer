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15"/>
  </p:notesMasterIdLst>
  <p:handoutMasterIdLst>
    <p:handoutMasterId r:id="rId16"/>
  </p:handoutMasterIdLst>
  <p:sldIdLst>
    <p:sldId id="256" r:id="rId5"/>
    <p:sldId id="285" r:id="rId6"/>
    <p:sldId id="278" r:id="rId7"/>
    <p:sldId id="287" r:id="rId8"/>
    <p:sldId id="289" r:id="rId9"/>
    <p:sldId id="290" r:id="rId10"/>
    <p:sldId id="288" r:id="rId11"/>
    <p:sldId id="281" r:id="rId12"/>
    <p:sldId id="265" r:id="rId13"/>
    <p:sldId id="291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4128" userDrawn="1">
          <p15:clr>
            <a:srgbClr val="A4A3A4"/>
          </p15:clr>
        </p15:guide>
        <p15:guide id="2" orient="horz" pos="9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5A5A5"/>
    <a:srgbClr val="BEB9AA"/>
    <a:srgbClr val="C0C9C2"/>
    <a:srgbClr val="AA9D92"/>
    <a:srgbClr val="F2F1EE"/>
    <a:srgbClr val="D8D2C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3595" autoAdjust="0"/>
  </p:normalViewPr>
  <p:slideViewPr>
    <p:cSldViewPr snapToGrid="0">
      <p:cViewPr>
        <p:scale>
          <a:sx n="63" d="100"/>
          <a:sy n="63" d="100"/>
        </p:scale>
        <p:origin x="1454" y="370"/>
      </p:cViewPr>
      <p:guideLst>
        <p:guide pos="4128"/>
        <p:guide orient="horz" pos="960"/>
      </p:guideLst>
    </p:cSldViewPr>
  </p:slideViewPr>
  <p:outlineViewPr>
    <p:cViewPr>
      <p:scale>
        <a:sx n="33" d="100"/>
        <a:sy n="33" d="100"/>
      </p:scale>
      <p:origin x="0" y="-4027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>
      <p:cViewPr varScale="1">
        <p:scale>
          <a:sx n="65" d="100"/>
          <a:sy n="65" d="100"/>
        </p:scale>
        <p:origin x="2299" y="43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56E6020-4209-49A3-9DC4-18264096E79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7797462-F1DD-4E64-BC14-F17A0F34B5A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32FC57-E1F8-4F59-A87C-2833007EAF57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075F0E3-AC70-4B5A-BCEB-9E3C021C86A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48F68B5-925F-4468-95B3-EA77C29C342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8A06BE-7519-4B21-9E1D-AE6D6E69C3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738306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98ACAC0-59EA-4916-9995-398D6BEB88C3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A9B2C62-FE30-453D-946B-754E9E42C8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23263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Line spacing + Page numbers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9B2C62-FE30-453D-946B-754E9E42C845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73754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21">
            <a:extLst>
              <a:ext uri="{FF2B5EF4-FFF2-40B4-BE49-F238E27FC236}">
                <a16:creationId xmlns:a16="http://schemas.microsoft.com/office/drawing/2014/main" id="{F2964EA8-200F-47C5-90C2-1DBA3D6D7CD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028700" y="5078187"/>
            <a:ext cx="3222058" cy="964620"/>
          </a:xfrm>
        </p:spPr>
        <p:txBody>
          <a:bodyPr>
            <a:noAutofit/>
          </a:bodyPr>
          <a:lstStyle>
            <a:lvl1pPr marL="0" indent="0">
              <a:buNone/>
              <a:defRPr sz="1400">
                <a:solidFill>
                  <a:schemeClr val="accent2">
                    <a:lumMod val="50000"/>
                  </a:schemeClr>
                </a:solidFill>
              </a:defRPr>
            </a:lvl1pPr>
            <a:lvl2pPr marL="457200" indent="0">
              <a:buNone/>
              <a:defRPr sz="1400">
                <a:solidFill>
                  <a:schemeClr val="bg2">
                    <a:lumMod val="50000"/>
                  </a:schemeClr>
                </a:solidFill>
              </a:defRPr>
            </a:lvl2pPr>
            <a:lvl3pPr marL="914400" indent="0">
              <a:buNone/>
              <a:defRPr sz="1400">
                <a:solidFill>
                  <a:schemeClr val="bg2">
                    <a:lumMod val="50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bg2">
                    <a:lumMod val="50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bg2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Picture Placeholder 19">
            <a:extLst>
              <a:ext uri="{FF2B5EF4-FFF2-40B4-BE49-F238E27FC236}">
                <a16:creationId xmlns:a16="http://schemas.microsoft.com/office/drawing/2014/main" id="{7878E298-5074-4E51-993E-34931A897F12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221413" y="0"/>
            <a:ext cx="4941887" cy="5726113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42D26D0E-18C6-4DB1-B3A5-75E29BD65B17}"/>
              </a:ext>
            </a:extLst>
          </p:cNvPr>
          <p:cNvCxnSpPr>
            <a:cxnSpLocks/>
          </p:cNvCxnSpPr>
          <p:nvPr userDrawn="1"/>
        </p:nvCxnSpPr>
        <p:spPr>
          <a:xfrm>
            <a:off x="1028700" y="457211"/>
            <a:ext cx="1142999" cy="0"/>
          </a:xfrm>
          <a:prstGeom prst="line">
            <a:avLst/>
          </a:prstGeom>
          <a:noFill/>
          <a:ln w="15875" cap="flat" cmpd="sng" algn="ctr">
            <a:solidFill>
              <a:schemeClr val="accent2">
                <a:lumMod val="50000"/>
              </a:schemeClr>
            </a:solidFill>
            <a:prstDash val="solid"/>
            <a:miter lim="800000"/>
          </a:ln>
          <a:effectLst/>
        </p:spPr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3989B90B-5C3C-4760-9360-5AE10BF87B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513" y="876299"/>
            <a:ext cx="5181486" cy="2242441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lnSpc>
                <a:spcPct val="90000"/>
              </a:lnSpc>
              <a:defRPr lang="en-US" sz="7200">
                <a:solidFill>
                  <a:schemeClr val="accent2">
                    <a:lumMod val="50000"/>
                  </a:schemeClr>
                </a:solidFill>
                <a:ea typeface="+mn-ea"/>
                <a:cs typeface="+mn-cs"/>
              </a:defRPr>
            </a:lvl1pPr>
          </a:lstStyle>
          <a:p>
            <a:pPr marL="0" lvl="0" indent="0">
              <a:lnSpc>
                <a:spcPts val="6500"/>
              </a:lnSpc>
              <a:spcBef>
                <a:spcPts val="1000"/>
              </a:spcBef>
              <a:buFont typeface="Arial" panose="020B0604020202020204" pitchFamily="34" charset="0"/>
            </a:pPr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649857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661D25CF-5413-4949-A54A-8716608406B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258050" y="2000250"/>
            <a:ext cx="4667250" cy="3398837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2000">
                <a:solidFill>
                  <a:schemeClr val="accent2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Date Placeholder 3">
            <a:extLst>
              <a:ext uri="{FF2B5EF4-FFF2-40B4-BE49-F238E27FC236}">
                <a16:creationId xmlns:a16="http://schemas.microsoft.com/office/drawing/2014/main" id="{224E3A4F-8479-4D38-A6D4-85F0883F379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3350" y="648698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9D4DA8-2D4A-4F06-BECA-044AF4113FB4}" type="datetime1">
              <a:rPr lang="en-US" smtClean="0"/>
              <a:t>10/8/2025</a:t>
            </a:fld>
            <a:endParaRPr lang="en-US" dirty="0"/>
          </a:p>
        </p:txBody>
      </p:sp>
      <p:sp>
        <p:nvSpPr>
          <p:cNvPr id="36" name="Slide Number Placeholder 5">
            <a:extLst>
              <a:ext uri="{FF2B5EF4-FFF2-40B4-BE49-F238E27FC236}">
                <a16:creationId xmlns:a16="http://schemas.microsoft.com/office/drawing/2014/main" id="{D5A5341A-4863-40E8-8B9A-FB4E719257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315450" y="648698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Biome Light" panose="020B0303030204020804" pitchFamily="34" charset="0"/>
                <a:cs typeface="Biome Light" panose="020B0303030204020804" pitchFamily="34" charset="0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AD2FED0-CD95-48B0-B54A-1F64F952C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513" y="876299"/>
            <a:ext cx="5181486" cy="2242441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7200">
                <a:solidFill>
                  <a:schemeClr val="accent2">
                    <a:lumMod val="50000"/>
                  </a:schemeClr>
                </a:solidFill>
                <a:ea typeface="+mn-ea"/>
                <a:cs typeface="+mn-cs"/>
              </a:defRPr>
            </a:lvl1pPr>
          </a:lstStyle>
          <a:p>
            <a:pPr marL="0" lvl="0" indent="0">
              <a:lnSpc>
                <a:spcPts val="6500"/>
              </a:lnSpc>
              <a:spcBef>
                <a:spcPts val="1000"/>
              </a:spcBef>
              <a:buFont typeface="Arial" panose="020B0604020202020204" pitchFamily="34" charset="0"/>
            </a:pPr>
            <a:r>
              <a:rPr lang="en-US"/>
              <a:t>Click to edit Master title style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68EF5E91-A275-4181-9C62-BC0773AD0512}"/>
              </a:ext>
            </a:extLst>
          </p:cNvPr>
          <p:cNvCxnSpPr>
            <a:cxnSpLocks/>
          </p:cNvCxnSpPr>
          <p:nvPr userDrawn="1"/>
        </p:nvCxnSpPr>
        <p:spPr>
          <a:xfrm>
            <a:off x="1028700" y="457211"/>
            <a:ext cx="1142999" cy="0"/>
          </a:xfrm>
          <a:prstGeom prst="line">
            <a:avLst/>
          </a:prstGeom>
          <a:ln w="15875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8227127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icture Placeholder 15">
            <a:extLst>
              <a:ext uri="{FF2B5EF4-FFF2-40B4-BE49-F238E27FC236}">
                <a16:creationId xmlns:a16="http://schemas.microsoft.com/office/drawing/2014/main" id="{423630CA-0A51-4B04-A57B-9E412A8FCD1F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847137" y="3862387"/>
            <a:ext cx="2316163" cy="2538413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3C994AE8-9E30-418E-8361-5D851AFA42C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210300" y="3854450"/>
            <a:ext cx="2316163" cy="2538413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3D4E5783-2917-458E-BE61-F3D5AAA8F97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210300" y="465138"/>
            <a:ext cx="4953000" cy="3090862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B1D734B5-5F1C-4E34-81FF-AD75105E839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61917" y="517972"/>
            <a:ext cx="2956560" cy="1333500"/>
          </a:xfrm>
        </p:spPr>
        <p:txBody>
          <a:bodyPr>
            <a:noAutofit/>
          </a:bodyPr>
          <a:lstStyle>
            <a:lvl1pPr marL="0" indent="0">
              <a:lnSpc>
                <a:spcPct val="90000"/>
              </a:lnSpc>
              <a:buNone/>
              <a:defRPr sz="88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01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65757DE8-43D6-4A47-ABC9-B39EC8016CB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40130" y="2009775"/>
            <a:ext cx="3924300" cy="4391025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accent2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2">
                    <a:lumMod val="50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2">
                    <a:lumMod val="50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2">
                    <a:lumMod val="50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2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Date Placeholder 3">
            <a:extLst>
              <a:ext uri="{FF2B5EF4-FFF2-40B4-BE49-F238E27FC236}">
                <a16:creationId xmlns:a16="http://schemas.microsoft.com/office/drawing/2014/main" id="{984C97B0-0D42-4831-9ABD-390370C0F0B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3350" y="648698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C81873-7D47-483D-BCB4-50DD9806C720}" type="datetime1">
              <a:rPr lang="en-US" smtClean="0"/>
              <a:t>10/8/2025</a:t>
            </a:fld>
            <a:endParaRPr lang="en-US" dirty="0"/>
          </a:p>
        </p:txBody>
      </p:sp>
      <p:sp>
        <p:nvSpPr>
          <p:cNvPr id="31" name="Slide Number Placeholder 5">
            <a:extLst>
              <a:ext uri="{FF2B5EF4-FFF2-40B4-BE49-F238E27FC236}">
                <a16:creationId xmlns:a16="http://schemas.microsoft.com/office/drawing/2014/main" id="{CE8438DF-723C-49AB-AD18-1C40F107F5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315450" y="648698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Biome Light" panose="020B0303030204020804" pitchFamily="34" charset="0"/>
                <a:cs typeface="Biome Light" panose="020B0303030204020804" pitchFamily="34" charset="0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032FDE8-62A6-4290-88E6-2795313DE27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28700" y="465137"/>
            <a:ext cx="3935647" cy="1340615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defRPr lang="en-US">
                <a:solidFill>
                  <a:schemeClr val="accent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>
              <a:spcBef>
                <a:spcPts val="1000"/>
              </a:spcBef>
              <a:buFont typeface="Arial" panose="020B0604020202020204" pitchFamily="34" charset="0"/>
            </a:pPr>
            <a:r>
              <a:rPr lang="en-US" dirty="0"/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val="28026350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BC85317C-3A2D-483F-B913-714129E195A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773045" y="2426610"/>
            <a:ext cx="2378075" cy="1111250"/>
          </a:xfrm>
        </p:spPr>
        <p:txBody>
          <a:bodyPr>
            <a:noAutofit/>
          </a:bodyPr>
          <a:lstStyle>
            <a:lvl1pPr marL="0" indent="0">
              <a:lnSpc>
                <a:spcPct val="90000"/>
              </a:lnSpc>
              <a:buNone/>
              <a:defRPr sz="8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02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45DFEC7-1EEC-4FF2-868A-9799EA69FE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37155" y="2714986"/>
            <a:ext cx="6674802" cy="65532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>
                <a:solidFill>
                  <a:schemeClr val="accent2">
                    <a:lumMod val="50000"/>
                  </a:schemeClr>
                </a:solidFill>
                <a:ea typeface="+mn-ea"/>
                <a:cs typeface="+mn-cs"/>
              </a:defRPr>
            </a:lvl1pPr>
          </a:lstStyle>
          <a:p>
            <a:pPr marL="0" lvl="0" indent="0">
              <a:spcBef>
                <a:spcPts val="1000"/>
              </a:spcBef>
              <a:buFont typeface="Arial" panose="020B0604020202020204" pitchFamily="34" charset="0"/>
            </a:pPr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06943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and Graph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6E394D08-059F-42CF-AB8C-ED21F3BFB18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3350" y="648698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EA6C54-2562-43EA-9A1B-F808D04718E7}" type="datetime1">
              <a:rPr lang="en-US" smtClean="0"/>
              <a:t>10/8/2025</a:t>
            </a:fld>
            <a:endParaRPr lang="en-US" dirty="0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BDF7B388-741A-4181-9A9E-D8FA8EC49D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315450" y="648698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Biome Light" panose="020B0303030204020804" pitchFamily="34" charset="0"/>
                <a:cs typeface="Biome Light" panose="020B0303030204020804" pitchFamily="34" charset="0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24600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6E394D08-059F-42CF-AB8C-ED21F3BFB18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3350" y="648698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EA6C54-2562-43EA-9A1B-F808D04718E7}" type="datetime1">
              <a:rPr lang="en-US" smtClean="0"/>
              <a:t>10/8/2025</a:t>
            </a:fld>
            <a:endParaRPr lang="en-US" dirty="0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BDF7B388-741A-4181-9A9E-D8FA8EC49D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315450" y="648698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Biome Light" panose="020B0303030204020804" pitchFamily="34" charset="0"/>
                <a:cs typeface="Biome Light" panose="020B0303030204020804" pitchFamily="34" charset="0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2364FFEF-B933-46C6-A918-A80C987DB70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022147" y="0"/>
            <a:ext cx="3938588" cy="64008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pic>
        <p:nvPicPr>
          <p:cNvPr id="4" name="Picture 3" hidden="1">
            <a:extLst>
              <a:ext uri="{FF2B5EF4-FFF2-40B4-BE49-F238E27FC236}">
                <a16:creationId xmlns:a16="http://schemas.microsoft.com/office/drawing/2014/main" id="{59E5EAF8-68C2-4910-8F66-D9320B9574C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947967" y="2105933"/>
            <a:ext cx="5297883" cy="1024217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E3BE48E1-D3BE-4B52-B2EC-13A514CB05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7966" y="2105933"/>
            <a:ext cx="5297883" cy="2237467"/>
          </a:xfrm>
        </p:spPr>
        <p:txBody>
          <a:bodyPr anchor="t">
            <a:normAutofit/>
          </a:bodyPr>
          <a:lstStyle>
            <a:lvl1pPr>
              <a:lnSpc>
                <a:spcPct val="150000"/>
              </a:lnSpc>
              <a:spcBef>
                <a:spcPts val="1000"/>
              </a:spcBef>
              <a:defRPr sz="2000">
                <a:solidFill>
                  <a:schemeClr val="accent2">
                    <a:lumMod val="50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5167453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Date Placeholder 3">
            <a:extLst>
              <a:ext uri="{FF2B5EF4-FFF2-40B4-BE49-F238E27FC236}">
                <a16:creationId xmlns:a16="http://schemas.microsoft.com/office/drawing/2014/main" id="{50815B22-13FE-47CD-9F79-73704A278BD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3350" y="648698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DB74C9-B808-4394-A017-79C83B2524EF}" type="datetime1">
              <a:rPr lang="en-US" smtClean="0"/>
              <a:t>10/8/2025</a:t>
            </a:fld>
            <a:endParaRPr lang="en-US" dirty="0"/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D7669539-CB64-44F5-999D-7B9E61F8AF9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315450" y="648698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Biome Light" panose="020B0303030204020804" pitchFamily="34" charset="0"/>
                <a:cs typeface="Biome Light" panose="020B0303030204020804" pitchFamily="34" charset="0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2BA076-F3B9-47CB-80C2-BE29F157D044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854075" y="1625600"/>
            <a:ext cx="10499725" cy="48609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909627E-FE70-43A1-B0CB-4D4F6C32C2D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54074" y="122239"/>
            <a:ext cx="10499725" cy="1355724"/>
          </a:xfr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lang="en-US">
                <a:solidFill>
                  <a:schemeClr val="accent2">
                    <a:lumMod val="50000"/>
                  </a:schemeClr>
                </a:solidFill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7694759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ext Placeholder 22">
            <a:extLst>
              <a:ext uri="{FF2B5EF4-FFF2-40B4-BE49-F238E27FC236}">
                <a16:creationId xmlns:a16="http://schemas.microsoft.com/office/drawing/2014/main" id="{41BF345D-81AF-4851-83A1-62339848905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61917" y="517972"/>
            <a:ext cx="3108960" cy="1333500"/>
          </a:xfrm>
        </p:spPr>
        <p:txBody>
          <a:bodyPr>
            <a:noAutofit/>
          </a:bodyPr>
          <a:lstStyle>
            <a:lvl1pPr marL="0" indent="0">
              <a:lnSpc>
                <a:spcPct val="90000"/>
              </a:lnSpc>
              <a:buNone/>
              <a:defRPr sz="88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01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EC4F3A57-45ED-498D-858C-3EE63DF129C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036601" y="3552677"/>
            <a:ext cx="1874874" cy="2848123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2" name="Picture Placeholder 20">
            <a:extLst>
              <a:ext uri="{FF2B5EF4-FFF2-40B4-BE49-F238E27FC236}">
                <a16:creationId xmlns:a16="http://schemas.microsoft.com/office/drawing/2014/main" id="{1AC5BB09-E3BA-4948-93B3-EDCAAB803112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3101197" y="3552677"/>
            <a:ext cx="1874874" cy="2848123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Picture Placeholder 20">
            <a:extLst>
              <a:ext uri="{FF2B5EF4-FFF2-40B4-BE49-F238E27FC236}">
                <a16:creationId xmlns:a16="http://schemas.microsoft.com/office/drawing/2014/main" id="{BF83C6B7-5484-4586-8830-098BDCD9C98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166324" y="3552677"/>
            <a:ext cx="1874874" cy="2848123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4" name="Picture Placeholder 20">
            <a:extLst>
              <a:ext uri="{FF2B5EF4-FFF2-40B4-BE49-F238E27FC236}">
                <a16:creationId xmlns:a16="http://schemas.microsoft.com/office/drawing/2014/main" id="{0C5663B1-EED6-4D80-A7C2-19E1366387A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239069" y="3552677"/>
            <a:ext cx="1874874" cy="2848123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5" name="Picture Placeholder 20">
            <a:extLst>
              <a:ext uri="{FF2B5EF4-FFF2-40B4-BE49-F238E27FC236}">
                <a16:creationId xmlns:a16="http://schemas.microsoft.com/office/drawing/2014/main" id="{D21E7B61-407B-40A7-9AF6-0D7E7106BCF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9296046" y="3552677"/>
            <a:ext cx="1874874" cy="2848123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30" name="Date Placeholder 3">
            <a:extLst>
              <a:ext uri="{FF2B5EF4-FFF2-40B4-BE49-F238E27FC236}">
                <a16:creationId xmlns:a16="http://schemas.microsoft.com/office/drawing/2014/main" id="{415C3ACC-5A8A-46E6-BA0D-90ADD27E2F8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3350" y="648698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D2DF6D-B715-4785-8DEA-9165C638CF44}" type="datetime1">
              <a:rPr lang="en-US" smtClean="0"/>
              <a:t>10/8/2025</a:t>
            </a:fld>
            <a:endParaRPr lang="en-US" dirty="0"/>
          </a:p>
        </p:txBody>
      </p:sp>
      <p:sp>
        <p:nvSpPr>
          <p:cNvPr id="31" name="Slide Number Placeholder 5">
            <a:extLst>
              <a:ext uri="{FF2B5EF4-FFF2-40B4-BE49-F238E27FC236}">
                <a16:creationId xmlns:a16="http://schemas.microsoft.com/office/drawing/2014/main" id="{0D00A5C2-DCEE-4CB3-9307-61EB88B1D5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315450" y="648698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Biome Light" panose="020B0303030204020804" pitchFamily="34" charset="0"/>
                <a:cs typeface="Biome Light" panose="020B0303030204020804" pitchFamily="34" charset="0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3E8CB70-B054-4294-AD29-EE7A75C723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1560" y="651507"/>
            <a:ext cx="8991563" cy="1005839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lnSpc>
                <a:spcPct val="90000"/>
              </a:lnSpc>
              <a:defRPr lang="en-US">
                <a:solidFill>
                  <a:schemeClr val="accent2">
                    <a:lumMod val="50000"/>
                  </a:schemeClr>
                </a:solidFill>
                <a:ea typeface="+mn-ea"/>
                <a:cs typeface="+mn-cs"/>
              </a:defRPr>
            </a:lvl1pPr>
          </a:lstStyle>
          <a:p>
            <a:pPr marL="0" lvl="0" indent="0">
              <a:spcBef>
                <a:spcPts val="1000"/>
              </a:spcBef>
              <a:buFont typeface="Arial" panose="020B0604020202020204" pitchFamily="34" charset="0"/>
            </a:pPr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8E0D608-4E7A-4014-9F62-CB43A0C8394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36638" y="2717800"/>
            <a:ext cx="1866900" cy="71120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accent2">
                    <a:lumMod val="50000"/>
                  </a:schemeClr>
                </a:solidFill>
              </a:defRPr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Name</a:t>
            </a:r>
          </a:p>
          <a:p>
            <a:pPr lvl="0"/>
            <a:r>
              <a:rPr lang="en-US" dirty="0"/>
              <a:t>Title</a:t>
            </a:r>
          </a:p>
        </p:txBody>
      </p:sp>
      <p:sp>
        <p:nvSpPr>
          <p:cNvPr id="26" name="Text Placeholder 3">
            <a:extLst>
              <a:ext uri="{FF2B5EF4-FFF2-40B4-BE49-F238E27FC236}">
                <a16:creationId xmlns:a16="http://schemas.microsoft.com/office/drawing/2014/main" id="{9C3A63B0-4EEA-45BC-A016-5FDA0969EA0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086100" y="2718405"/>
            <a:ext cx="1866900" cy="71120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accent2">
                    <a:lumMod val="50000"/>
                  </a:schemeClr>
                </a:solidFill>
              </a:defRPr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Name</a:t>
            </a:r>
          </a:p>
          <a:p>
            <a:pPr lvl="0"/>
            <a:r>
              <a:rPr lang="en-US" dirty="0"/>
              <a:t>Title</a:t>
            </a:r>
          </a:p>
        </p:txBody>
      </p:sp>
      <p:sp>
        <p:nvSpPr>
          <p:cNvPr id="27" name="Text Placeholder 3">
            <a:extLst>
              <a:ext uri="{FF2B5EF4-FFF2-40B4-BE49-F238E27FC236}">
                <a16:creationId xmlns:a16="http://schemas.microsoft.com/office/drawing/2014/main" id="{7080679B-5220-4478-B631-7112F870B7A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143500" y="2718405"/>
            <a:ext cx="1866900" cy="71120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accent2">
                    <a:lumMod val="50000"/>
                  </a:schemeClr>
                </a:solidFill>
              </a:defRPr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Name</a:t>
            </a:r>
          </a:p>
          <a:p>
            <a:pPr lvl="0"/>
            <a:r>
              <a:rPr lang="en-US" dirty="0"/>
              <a:t>Title</a:t>
            </a:r>
          </a:p>
        </p:txBody>
      </p:sp>
      <p:sp>
        <p:nvSpPr>
          <p:cNvPr id="28" name="Text Placeholder 3">
            <a:extLst>
              <a:ext uri="{FF2B5EF4-FFF2-40B4-BE49-F238E27FC236}">
                <a16:creationId xmlns:a16="http://schemas.microsoft.com/office/drawing/2014/main" id="{9E4F61A3-2797-46FB-ACA7-0443E3BBDD2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239070" y="2718405"/>
            <a:ext cx="1866900" cy="71120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accent2">
                    <a:lumMod val="50000"/>
                  </a:schemeClr>
                </a:solidFill>
              </a:defRPr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Name</a:t>
            </a:r>
          </a:p>
          <a:p>
            <a:pPr lvl="0"/>
            <a:r>
              <a:rPr lang="en-US" dirty="0"/>
              <a:t>Title</a:t>
            </a:r>
          </a:p>
        </p:txBody>
      </p:sp>
      <p:sp>
        <p:nvSpPr>
          <p:cNvPr id="29" name="Text Placeholder 3">
            <a:extLst>
              <a:ext uri="{FF2B5EF4-FFF2-40B4-BE49-F238E27FC236}">
                <a16:creationId xmlns:a16="http://schemas.microsoft.com/office/drawing/2014/main" id="{14ED733B-1DE9-4FDC-BD5F-2BE3BB07C93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304020" y="2718405"/>
            <a:ext cx="1866900" cy="71120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accent2">
                    <a:lumMod val="50000"/>
                  </a:schemeClr>
                </a:solidFill>
              </a:defRPr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Name</a:t>
            </a:r>
          </a:p>
          <a:p>
            <a:pPr lvl="0"/>
            <a:r>
              <a:rPr lang="en-US" dirty="0"/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val="240585809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1 Column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B275B11D-8F3F-472B-BBCC-A4F7415AC0A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028700" y="3543300"/>
            <a:ext cx="3924300" cy="33147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99F0629D-1A5F-4F4F-90D6-430379624EFF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6191250" y="1981200"/>
            <a:ext cx="4972050" cy="4473575"/>
          </a:xfrm>
        </p:spPr>
        <p:txBody>
          <a:bodyPr>
            <a:normAutofit/>
          </a:bodyPr>
          <a:lstStyle>
            <a:lvl1pPr marL="0" indent="0">
              <a:buNone/>
              <a:defRPr/>
            </a:lvl1pPr>
          </a:lstStyle>
          <a:p>
            <a:pPr lvl="0"/>
            <a:r>
              <a:rPr lang="en-US" sz="1600">
                <a:solidFill>
                  <a:schemeClr val="tx2">
                    <a:lumMod val="50000"/>
                  </a:schemeClr>
                </a:solidFill>
                <a:latin typeface="Biome Light" panose="020B0303030204020804" pitchFamily="34" charset="0"/>
                <a:cs typeface="Biome Light" panose="020B0303030204020804" pitchFamily="34" charset="0"/>
              </a:rPr>
              <a:t>Click to edit Master text styles</a:t>
            </a:r>
          </a:p>
        </p:txBody>
      </p:sp>
      <p:sp>
        <p:nvSpPr>
          <p:cNvPr id="17" name="Date Placeholder 3">
            <a:extLst>
              <a:ext uri="{FF2B5EF4-FFF2-40B4-BE49-F238E27FC236}">
                <a16:creationId xmlns:a16="http://schemas.microsoft.com/office/drawing/2014/main" id="{218C063B-0EE9-4FD5-A116-241C245452A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3350" y="648698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37AE72A-09B6-4D56-855D-4360BD347914}" type="datetime1">
              <a:rPr lang="en-US" smtClean="0"/>
              <a:t>10/8/2025</a:t>
            </a:fld>
            <a:endParaRPr lang="en-US" dirty="0"/>
          </a:p>
        </p:txBody>
      </p:sp>
      <p:sp>
        <p:nvSpPr>
          <p:cNvPr id="18" name="Slide Number Placeholder 5">
            <a:extLst>
              <a:ext uri="{FF2B5EF4-FFF2-40B4-BE49-F238E27FC236}">
                <a16:creationId xmlns:a16="http://schemas.microsoft.com/office/drawing/2014/main" id="{D417B369-6569-4DCC-B684-BE1A7C5D0B8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315450" y="648698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Biome Light" panose="020B0303030204020804" pitchFamily="34" charset="0"/>
                <a:cs typeface="Biome Light" panose="020B0303030204020804" pitchFamily="34" charset="0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EEC1A7-43C3-481E-95D0-5616242E1A0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5534" y="539225"/>
            <a:ext cx="3924300" cy="2434386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7200">
                <a:solidFill>
                  <a:schemeClr val="accent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DC6CF0E0-8FF2-4FE7-AC69-85BEFA656508}"/>
              </a:ext>
            </a:extLst>
          </p:cNvPr>
          <p:cNvCxnSpPr>
            <a:cxnSpLocks/>
          </p:cNvCxnSpPr>
          <p:nvPr userDrawn="1"/>
        </p:nvCxnSpPr>
        <p:spPr>
          <a:xfrm>
            <a:off x="1028700" y="457211"/>
            <a:ext cx="1142999" cy="0"/>
          </a:xfrm>
          <a:prstGeom prst="line">
            <a:avLst/>
          </a:prstGeom>
          <a:ln w="15875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751072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 Colum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0337C3D7-7DDB-42A8-901A-EC153DD2745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210300" y="0"/>
            <a:ext cx="4953000" cy="33020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27B95226-A076-4D55-B408-1389A2F8C7A0}"/>
              </a:ext>
            </a:extLst>
          </p:cNvPr>
          <p:cNvSpPr>
            <a:spLocks noGrp="1"/>
          </p:cNvSpPr>
          <p:nvPr>
            <p:ph idx="4294967295" hasCustomPrompt="1"/>
          </p:nvPr>
        </p:nvSpPr>
        <p:spPr>
          <a:xfrm>
            <a:off x="1028700" y="3556002"/>
            <a:ext cx="3108960" cy="2286000"/>
          </a:xfrm>
        </p:spPr>
        <p:txBody>
          <a:bodyPr>
            <a:normAutofit/>
          </a:bodyPr>
          <a:lstStyle>
            <a:lvl1pPr>
              <a:defRPr>
                <a:solidFill>
                  <a:schemeClr val="accent2">
                    <a:lumMod val="50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0C9C2">
                    <a:lumMod val="50000"/>
                  </a:srgbClr>
                </a:solidFill>
                <a:effectLst/>
                <a:uLnTx/>
                <a:uFillTx/>
                <a:latin typeface="Biome Light" panose="020B0303030204020804" pitchFamily="34" charset="0"/>
                <a:ea typeface="+mn-ea"/>
                <a:cs typeface="Biome Light" panose="020B0303030204020804" pitchFamily="34" charset="0"/>
              </a:rPr>
              <a:t>Insert text</a:t>
            </a:r>
            <a:endParaRPr lang="en-US" sz="1400" dirty="0">
              <a:solidFill>
                <a:srgbClr val="C0C9C2">
                  <a:lumMod val="50000"/>
                </a:srgbClr>
              </a:solidFill>
              <a:latin typeface="Biome Light" panose="020B0303030204020804" pitchFamily="34" charset="0"/>
              <a:cs typeface="Biome Light" panose="020B03030302040208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C0C9C2">
                  <a:lumMod val="50000"/>
                </a:srgbClr>
              </a:solidFill>
              <a:effectLst/>
              <a:uLnTx/>
              <a:uFillTx/>
              <a:latin typeface="Biome Light" panose="020B0303030204020804" pitchFamily="34" charset="0"/>
              <a:ea typeface="+mn-ea"/>
              <a:cs typeface="Biome Light" panose="020B03030302040208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C0C9C2">
                  <a:lumMod val="50000"/>
                </a:srgbClr>
              </a:solidFill>
              <a:effectLst/>
              <a:uLnTx/>
              <a:uFillTx/>
              <a:latin typeface="Biome Light" panose="020B0303030204020804" pitchFamily="34" charset="0"/>
              <a:ea typeface="+mn-ea"/>
              <a:cs typeface="Biome Light" panose="020B0303030204020804" pitchFamily="34" charset="0"/>
            </a:endParaRPr>
          </a:p>
          <a:p>
            <a:endParaRPr lang="en-US" sz="1600" dirty="0">
              <a:solidFill>
                <a:schemeClr val="tx2">
                  <a:lumMod val="50000"/>
                </a:schemeClr>
              </a:solidFill>
              <a:latin typeface="Biome Light" panose="020B0303030204020804" pitchFamily="34" charset="0"/>
              <a:cs typeface="Biome Light" panose="020B0303030204020804" pitchFamily="34" charset="0"/>
            </a:endParaRP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86673F10-179D-4539-AA33-AE34EC0457EF}"/>
              </a:ext>
            </a:extLst>
          </p:cNvPr>
          <p:cNvSpPr>
            <a:spLocks noGrp="1"/>
          </p:cNvSpPr>
          <p:nvPr>
            <p:ph idx="4294967295" hasCustomPrompt="1"/>
          </p:nvPr>
        </p:nvSpPr>
        <p:spPr>
          <a:xfrm>
            <a:off x="4541520" y="3556001"/>
            <a:ext cx="3108960" cy="2285999"/>
          </a:xfrm>
        </p:spPr>
        <p:txBody>
          <a:bodyPr>
            <a:normAutofit/>
          </a:bodyPr>
          <a:lstStyle>
            <a:lvl1pPr>
              <a:defRPr>
                <a:solidFill>
                  <a:schemeClr val="accent2">
                    <a:lumMod val="50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0C9C2">
                    <a:lumMod val="50000"/>
                  </a:srgbClr>
                </a:solidFill>
                <a:effectLst/>
                <a:uLnTx/>
                <a:uFillTx/>
                <a:latin typeface="Biome Light" panose="020B0303030204020804" pitchFamily="34" charset="0"/>
                <a:ea typeface="+mn-ea"/>
                <a:cs typeface="Biome Light" panose="020B0303030204020804" pitchFamily="34" charset="0"/>
              </a:rPr>
              <a:t>Insert text</a:t>
            </a:r>
            <a:endParaRPr lang="en-US" sz="1400" dirty="0">
              <a:solidFill>
                <a:srgbClr val="C0C9C2">
                  <a:lumMod val="50000"/>
                </a:srgbClr>
              </a:solidFill>
              <a:latin typeface="Biome Light" panose="020B0303030204020804" pitchFamily="34" charset="0"/>
              <a:cs typeface="Biome Light" panose="020B03030302040208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C0C9C2">
                  <a:lumMod val="50000"/>
                </a:srgbClr>
              </a:solidFill>
              <a:effectLst/>
              <a:uLnTx/>
              <a:uFillTx/>
              <a:latin typeface="Biome Light" panose="020B0303030204020804" pitchFamily="34" charset="0"/>
              <a:ea typeface="+mn-ea"/>
              <a:cs typeface="Biome Light" panose="020B03030302040208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C0C9C2">
                  <a:lumMod val="50000"/>
                </a:srgbClr>
              </a:solidFill>
              <a:effectLst/>
              <a:uLnTx/>
              <a:uFillTx/>
              <a:latin typeface="Biome Light" panose="020B0303030204020804" pitchFamily="34" charset="0"/>
              <a:ea typeface="+mn-ea"/>
              <a:cs typeface="Biome Light" panose="020B0303030204020804" pitchFamily="34" charset="0"/>
            </a:endParaRPr>
          </a:p>
          <a:p>
            <a:endParaRPr lang="en-US" sz="1600" dirty="0">
              <a:solidFill>
                <a:schemeClr val="tx2">
                  <a:lumMod val="50000"/>
                </a:schemeClr>
              </a:solidFill>
              <a:latin typeface="Biome Light" panose="020B0303030204020804" pitchFamily="34" charset="0"/>
              <a:cs typeface="Biome Light" panose="020B0303030204020804" pitchFamily="34" charset="0"/>
            </a:endParaRPr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EB6CFC30-1A59-4D28-9E30-0FF7D632C6A2}"/>
              </a:ext>
            </a:extLst>
          </p:cNvPr>
          <p:cNvSpPr>
            <a:spLocks noGrp="1"/>
          </p:cNvSpPr>
          <p:nvPr>
            <p:ph idx="4294967295" hasCustomPrompt="1"/>
          </p:nvPr>
        </p:nvSpPr>
        <p:spPr>
          <a:xfrm>
            <a:off x="8054340" y="3556001"/>
            <a:ext cx="3108960" cy="2285999"/>
          </a:xfrm>
        </p:spPr>
        <p:txBody>
          <a:bodyPr>
            <a:normAutofit/>
          </a:bodyPr>
          <a:lstStyle>
            <a:lvl1pPr>
              <a:defRPr>
                <a:solidFill>
                  <a:schemeClr val="accent2">
                    <a:lumMod val="50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0C9C2">
                    <a:lumMod val="50000"/>
                  </a:srgbClr>
                </a:solidFill>
                <a:effectLst/>
                <a:uLnTx/>
                <a:uFillTx/>
                <a:latin typeface="Biome Light" panose="020B0303030204020804" pitchFamily="34" charset="0"/>
                <a:ea typeface="+mn-ea"/>
                <a:cs typeface="Biome Light" panose="020B0303030204020804" pitchFamily="34" charset="0"/>
              </a:rPr>
              <a:t>Insert text</a:t>
            </a:r>
            <a:endParaRPr lang="en-US" sz="1400" dirty="0">
              <a:solidFill>
                <a:srgbClr val="C0C9C2">
                  <a:lumMod val="50000"/>
                </a:srgbClr>
              </a:solidFill>
              <a:latin typeface="Biome Light" panose="020B0303030204020804" pitchFamily="34" charset="0"/>
              <a:cs typeface="Biome Light" panose="020B03030302040208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C0C9C2">
                  <a:lumMod val="50000"/>
                </a:srgbClr>
              </a:solidFill>
              <a:effectLst/>
              <a:uLnTx/>
              <a:uFillTx/>
              <a:latin typeface="Biome Light" panose="020B0303030204020804" pitchFamily="34" charset="0"/>
              <a:ea typeface="+mn-ea"/>
              <a:cs typeface="Biome Light" panose="020B03030302040208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C0C9C2">
                  <a:lumMod val="50000"/>
                </a:srgbClr>
              </a:solidFill>
              <a:effectLst/>
              <a:uLnTx/>
              <a:uFillTx/>
              <a:latin typeface="Biome Light" panose="020B0303030204020804" pitchFamily="34" charset="0"/>
              <a:ea typeface="+mn-ea"/>
              <a:cs typeface="Biome Light" panose="020B0303030204020804" pitchFamily="34" charset="0"/>
            </a:endParaRPr>
          </a:p>
          <a:p>
            <a:endParaRPr lang="en-US" sz="1600" dirty="0">
              <a:solidFill>
                <a:schemeClr val="tx2">
                  <a:lumMod val="50000"/>
                </a:schemeClr>
              </a:solidFill>
              <a:latin typeface="Biome Light" panose="020B0303030204020804" pitchFamily="34" charset="0"/>
              <a:cs typeface="Biome Light" panose="020B0303030204020804" pitchFamily="34" charset="0"/>
            </a:endParaRPr>
          </a:p>
        </p:txBody>
      </p:sp>
      <p:sp>
        <p:nvSpPr>
          <p:cNvPr id="24" name="Date Placeholder 3">
            <a:extLst>
              <a:ext uri="{FF2B5EF4-FFF2-40B4-BE49-F238E27FC236}">
                <a16:creationId xmlns:a16="http://schemas.microsoft.com/office/drawing/2014/main" id="{C4F3CC75-F9FA-4F77-9DD5-7E6C0F5C982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3350" y="648698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99D1A0-04AB-4DD4-B9DB-BDEC5E64C94C}" type="datetime1">
              <a:rPr lang="en-US" smtClean="0"/>
              <a:t>10/8/2025</a:t>
            </a:fld>
            <a:endParaRPr lang="en-US" dirty="0"/>
          </a:p>
        </p:txBody>
      </p:sp>
      <p:sp>
        <p:nvSpPr>
          <p:cNvPr id="25" name="Slide Number Placeholder 5">
            <a:extLst>
              <a:ext uri="{FF2B5EF4-FFF2-40B4-BE49-F238E27FC236}">
                <a16:creationId xmlns:a16="http://schemas.microsoft.com/office/drawing/2014/main" id="{93B5B65C-5DE0-4F81-8115-758CDB591FA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315450" y="648698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Biome Light" panose="020B0303030204020804" pitchFamily="34" charset="0"/>
                <a:cs typeface="Biome Light" panose="020B0303030204020804" pitchFamily="34" charset="0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EF4A2ACE-2D85-4F78-818F-BBA6F6F0CC5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5530" y="539225"/>
            <a:ext cx="3924300" cy="2434386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7200" dirty="0">
                <a:solidFill>
                  <a:schemeClr val="accent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>
              <a:spcBef>
                <a:spcPts val="1000"/>
              </a:spcBef>
              <a:buFont typeface="Arial" panose="020B0604020202020204" pitchFamily="34" charset="0"/>
            </a:pPr>
            <a:r>
              <a:rPr lang="en-US" dirty="0"/>
              <a:t>Click to add title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E4DCD8D3-DF79-446E-9961-5797EE888B4C}"/>
              </a:ext>
            </a:extLst>
          </p:cNvPr>
          <p:cNvCxnSpPr>
            <a:cxnSpLocks/>
          </p:cNvCxnSpPr>
          <p:nvPr userDrawn="1"/>
        </p:nvCxnSpPr>
        <p:spPr>
          <a:xfrm>
            <a:off x="1028700" y="457211"/>
            <a:ext cx="1142999" cy="0"/>
          </a:xfrm>
          <a:prstGeom prst="line">
            <a:avLst/>
          </a:prstGeom>
          <a:ln w="15875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992005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Date Placeholder 3">
            <a:extLst>
              <a:ext uri="{FF2B5EF4-FFF2-40B4-BE49-F238E27FC236}">
                <a16:creationId xmlns:a16="http://schemas.microsoft.com/office/drawing/2014/main" id="{FCB4EDDC-C544-421C-905C-A4D40D98A51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3350" y="648698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53EA80-260A-4EE9-83BB-E6DD04DEA906}" type="datetime1">
              <a:rPr lang="en-US" smtClean="0"/>
              <a:t>10/8/2025</a:t>
            </a:fld>
            <a:endParaRPr lang="en-US" dirty="0"/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D9CBFDBF-2D2B-469A-9B2F-72F90474FB6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315450" y="648698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Biome Light" panose="020B0303030204020804" pitchFamily="34" charset="0"/>
                <a:cs typeface="Biome Light" panose="020B0303030204020804" pitchFamily="34" charset="0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1BA55D6-2810-4163-9D43-FEDA674E2D4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6829" y="573503"/>
            <a:ext cx="10156826" cy="1369591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defRPr lang="en-US" sz="7200">
                <a:solidFill>
                  <a:schemeClr val="accent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C9E87E0B-D644-4037-B322-715C648BAD3B}"/>
              </a:ext>
            </a:extLst>
          </p:cNvPr>
          <p:cNvCxnSpPr>
            <a:cxnSpLocks/>
          </p:cNvCxnSpPr>
          <p:nvPr userDrawn="1"/>
        </p:nvCxnSpPr>
        <p:spPr>
          <a:xfrm>
            <a:off x="1028700" y="457211"/>
            <a:ext cx="1142999" cy="0"/>
          </a:xfrm>
          <a:prstGeom prst="line">
            <a:avLst/>
          </a:prstGeom>
          <a:ln w="15875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4641959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ac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15">
            <a:extLst>
              <a:ext uri="{FF2B5EF4-FFF2-40B4-BE49-F238E27FC236}">
                <a16:creationId xmlns:a16="http://schemas.microsoft.com/office/drawing/2014/main" id="{940246AD-CE4F-4FD8-BCF6-5BA9ED62ACDA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210300" y="3543302"/>
            <a:ext cx="4953000" cy="2849562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Picture Placeholder 13">
            <a:extLst>
              <a:ext uri="{FF2B5EF4-FFF2-40B4-BE49-F238E27FC236}">
                <a16:creationId xmlns:a16="http://schemas.microsoft.com/office/drawing/2014/main" id="{F8ECBB79-D5D3-4ECE-99F9-1B6834629E4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210300" y="465138"/>
            <a:ext cx="4953000" cy="2849562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Text Placeholder 22">
            <a:extLst>
              <a:ext uri="{FF2B5EF4-FFF2-40B4-BE49-F238E27FC236}">
                <a16:creationId xmlns:a16="http://schemas.microsoft.com/office/drawing/2014/main" id="{C667C6DE-A3D4-4738-B7FC-43FB39FD7A2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61917" y="517972"/>
            <a:ext cx="2956560" cy="1333500"/>
          </a:xfrm>
        </p:spPr>
        <p:txBody>
          <a:bodyPr>
            <a:noAutofit/>
          </a:bodyPr>
          <a:lstStyle>
            <a:lvl1pPr marL="0" indent="0">
              <a:lnSpc>
                <a:spcPct val="90000"/>
              </a:lnSpc>
              <a:buNone/>
              <a:defRPr sz="8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01</a:t>
            </a:r>
          </a:p>
        </p:txBody>
      </p:sp>
      <p:sp>
        <p:nvSpPr>
          <p:cNvPr id="12" name="Text Placeholder 18">
            <a:extLst>
              <a:ext uri="{FF2B5EF4-FFF2-40B4-BE49-F238E27FC236}">
                <a16:creationId xmlns:a16="http://schemas.microsoft.com/office/drawing/2014/main" id="{12C18C04-19C8-4ECC-83E8-6E65128CEF4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40130" y="2009776"/>
            <a:ext cx="3924300" cy="2849562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chemeClr val="tx2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2">
                    <a:lumMod val="50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2">
                    <a:lumMod val="50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2">
                    <a:lumMod val="50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2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4D14E5D8-EB42-4C87-B4AE-4746909A2D3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039813" y="5067300"/>
            <a:ext cx="3913187" cy="1319213"/>
          </a:xfrm>
        </p:spPr>
        <p:txBody>
          <a:bodyPr>
            <a:normAutofit/>
          </a:bodyPr>
          <a:lstStyle>
            <a:lvl1pPr>
              <a:defRPr lang="en-US" sz="1600" kern="1200" dirty="0" smtClean="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20" name="Date Placeholder 3">
            <a:extLst>
              <a:ext uri="{FF2B5EF4-FFF2-40B4-BE49-F238E27FC236}">
                <a16:creationId xmlns:a16="http://schemas.microsoft.com/office/drawing/2014/main" id="{0649945F-7BBD-4042-AA34-709CE3402EE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3350" y="648698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D80274-DEF2-4F5D-8F74-69D0554CED55}" type="datetime1">
              <a:rPr lang="en-US" smtClean="0"/>
              <a:t>10/8/2025</a:t>
            </a:fld>
            <a:endParaRPr lang="en-US" dirty="0"/>
          </a:p>
        </p:txBody>
      </p:sp>
      <p:sp>
        <p:nvSpPr>
          <p:cNvPr id="21" name="Slide Number Placeholder 5">
            <a:extLst>
              <a:ext uri="{FF2B5EF4-FFF2-40B4-BE49-F238E27FC236}">
                <a16:creationId xmlns:a16="http://schemas.microsoft.com/office/drawing/2014/main" id="{51936C4A-DE5F-4BFE-AED0-47E48CD460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315450" y="648698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Biome Light" panose="020B0303030204020804" pitchFamily="34" charset="0"/>
                <a:cs typeface="Biome Light" panose="020B0303030204020804" pitchFamily="34" charset="0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F981B703-4F1F-41A6-AD71-3FFB2820FF1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40130" y="465136"/>
            <a:ext cx="3935647" cy="1340615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defRPr lang="en-US" dirty="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>
              <a:spcBef>
                <a:spcPts val="1000"/>
              </a:spcBef>
              <a:buFont typeface="Arial" panose="020B0604020202020204" pitchFamily="34" charset="0"/>
            </a:pPr>
            <a:r>
              <a:rPr lang="en-US" dirty="0"/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val="4351659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198F9AA-2C87-421D-97C1-B4248DFDC2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98FC63-C8D2-4CE6-A3F1-EE8ED24590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D77A09-15C2-4E47-948E-AACAFCA47D4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3350" y="648698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5577C8-AB8C-4B8A-A01F-113B16C4DCA3}" type="datetime1">
              <a:rPr lang="en-US" smtClean="0"/>
              <a:t>10/8/2025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567522-C3B6-46EB-A361-BEC2510B00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C57CF0-034F-450D-937C-718D5AF1A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315450" y="648698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Biome Light" panose="020B0303030204020804" pitchFamily="34" charset="0"/>
                <a:cs typeface="Biome Light" panose="020B0303030204020804" pitchFamily="34" charset="0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83539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60" r:id="rId6"/>
    <p:sldLayoutId id="2147483654" r:id="rId7"/>
    <p:sldLayoutId id="2147483659" r:id="rId8"/>
    <p:sldLayoutId id="2147483655" r:id="rId9"/>
    <p:sldLayoutId id="2147483656" r:id="rId10"/>
    <p:sldLayoutId id="2147483658" r:id="rId11"/>
    <p:sldLayoutId id="2147483657" r:id="rId12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5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648" userDrawn="1">
          <p15:clr>
            <a:srgbClr val="F26B43"/>
          </p15:clr>
        </p15:guide>
        <p15:guide id="2" pos="1176" userDrawn="1">
          <p15:clr>
            <a:srgbClr val="F26B43"/>
          </p15:clr>
        </p15:guide>
        <p15:guide id="3" pos="1296" userDrawn="1">
          <p15:clr>
            <a:srgbClr val="F26B43"/>
          </p15:clr>
        </p15:guide>
        <p15:guide id="4" pos="1824" userDrawn="1">
          <p15:clr>
            <a:srgbClr val="F26B43"/>
          </p15:clr>
        </p15:guide>
        <p15:guide id="5" pos="1944" userDrawn="1">
          <p15:clr>
            <a:srgbClr val="F26B43"/>
          </p15:clr>
        </p15:guide>
        <p15:guide id="6" pos="2472" userDrawn="1">
          <p15:clr>
            <a:srgbClr val="F26B43"/>
          </p15:clr>
        </p15:guide>
        <p15:guide id="7" pos="2592" userDrawn="1">
          <p15:clr>
            <a:srgbClr val="F26B43"/>
          </p15:clr>
        </p15:guide>
        <p15:guide id="8" pos="3120" userDrawn="1">
          <p15:clr>
            <a:srgbClr val="F26B43"/>
          </p15:clr>
        </p15:guide>
        <p15:guide id="9" pos="3240" userDrawn="1">
          <p15:clr>
            <a:srgbClr val="F26B43"/>
          </p15:clr>
        </p15:guide>
        <p15:guide id="10" pos="3792" userDrawn="1">
          <p15:clr>
            <a:srgbClr val="F26B43"/>
          </p15:clr>
        </p15:guide>
        <p15:guide id="11" pos="3912" userDrawn="1">
          <p15:clr>
            <a:srgbClr val="F26B43"/>
          </p15:clr>
        </p15:guide>
        <p15:guide id="12" pos="4416" userDrawn="1">
          <p15:clr>
            <a:srgbClr val="F26B43"/>
          </p15:clr>
        </p15:guide>
        <p15:guide id="13" pos="4560" userDrawn="1">
          <p15:clr>
            <a:srgbClr val="F26B43"/>
          </p15:clr>
        </p15:guide>
        <p15:guide id="14" pos="5088" userDrawn="1">
          <p15:clr>
            <a:srgbClr val="F26B43"/>
          </p15:clr>
        </p15:guide>
        <p15:guide id="15" pos="5208" userDrawn="1">
          <p15:clr>
            <a:srgbClr val="F26B43"/>
          </p15:clr>
        </p15:guide>
        <p15:guide id="16" pos="5736" userDrawn="1">
          <p15:clr>
            <a:srgbClr val="F26B43"/>
          </p15:clr>
        </p15:guide>
        <p15:guide id="17" pos="5856" userDrawn="1">
          <p15:clr>
            <a:srgbClr val="F26B43"/>
          </p15:clr>
        </p15:guide>
        <p15:guide id="18" pos="6384" userDrawn="1">
          <p15:clr>
            <a:srgbClr val="F26B43"/>
          </p15:clr>
        </p15:guide>
        <p15:guide id="19" pos="6504" userDrawn="1">
          <p15:clr>
            <a:srgbClr val="F26B43"/>
          </p15:clr>
        </p15:guide>
        <p15:guide id="20" pos="7032" userDrawn="1">
          <p15:clr>
            <a:srgbClr val="F26B43"/>
          </p15:clr>
        </p15:guide>
        <p15:guide id="21" orient="horz" pos="288" userDrawn="1">
          <p15:clr>
            <a:srgbClr val="F26B43"/>
          </p15:clr>
        </p15:guide>
        <p15:guide id="22" orient="horz" pos="1128" userDrawn="1">
          <p15:clr>
            <a:srgbClr val="F26B43"/>
          </p15:clr>
        </p15:guide>
        <p15:guide id="23" orient="horz" pos="1248" userDrawn="1">
          <p15:clr>
            <a:srgbClr val="F26B43"/>
          </p15:clr>
        </p15:guide>
        <p15:guide id="24" orient="horz" pos="2088" userDrawn="1">
          <p15:clr>
            <a:srgbClr val="F26B43"/>
          </p15:clr>
        </p15:guide>
        <p15:guide id="25" orient="horz" pos="2232" userDrawn="1">
          <p15:clr>
            <a:srgbClr val="F26B43"/>
          </p15:clr>
        </p15:guide>
        <p15:guide id="26" orient="horz" pos="3048" userDrawn="1">
          <p15:clr>
            <a:srgbClr val="F26B43"/>
          </p15:clr>
        </p15:guide>
        <p15:guide id="27" orient="horz" pos="3192" userDrawn="1">
          <p15:clr>
            <a:srgbClr val="F26B43"/>
          </p15:clr>
        </p15:guide>
        <p15:guide id="28" orient="horz" pos="4032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.jpe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0C9C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8467C95-DF23-40B9-B265-2E6F3DE290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9102" y="815193"/>
            <a:ext cx="5181486" cy="2242441"/>
          </a:xfrm>
        </p:spPr>
        <p:txBody>
          <a:bodyPr>
            <a:noAutofit/>
          </a:bodyPr>
          <a:lstStyle/>
          <a:p>
            <a:r>
              <a:rPr lang="en-US" sz="6000" dirty="0"/>
              <a:t>Mess Management System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27A48A35-E5E4-4A5F-9F91-BAEA4F5DF21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Code and Conquer </a:t>
            </a:r>
          </a:p>
        </p:txBody>
      </p:sp>
      <p:pic>
        <p:nvPicPr>
          <p:cNvPr id="10" name="Picture Placeholder 9" descr="beauty products on a table with accent leaves">
            <a:extLst>
              <a:ext uri="{FF2B5EF4-FFF2-40B4-BE49-F238E27FC236}">
                <a16:creationId xmlns:a16="http://schemas.microsoft.com/office/drawing/2014/main" id="{989DB536-6819-4D2C-B0DB-D6649F94F6C1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/>
      </p:pic>
    </p:spTree>
    <p:extLst>
      <p:ext uri="{BB962C8B-B14F-4D97-AF65-F5344CB8AC3E}">
        <p14:creationId xmlns:p14="http://schemas.microsoft.com/office/powerpoint/2010/main" val="22593088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>
            <a:extLst>
              <a:ext uri="{FF2B5EF4-FFF2-40B4-BE49-F238E27FC236}">
                <a16:creationId xmlns:a16="http://schemas.microsoft.com/office/drawing/2014/main" id="{BEC46ADB-55E5-43DA-8E91-C49412A330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11A7FF5-E7DB-4462-BC64-12126BDC0DF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01 Need Analysis</a:t>
            </a:r>
          </a:p>
          <a:p>
            <a:r>
              <a:rPr lang="en-US" dirty="0"/>
              <a:t>02 Design</a:t>
            </a:r>
          </a:p>
          <a:p>
            <a:r>
              <a:rPr lang="en-US" dirty="0"/>
              <a:t>03 Pitch</a:t>
            </a:r>
          </a:p>
          <a:p>
            <a:r>
              <a:rPr lang="en-US" dirty="0"/>
              <a:t>04 Feasibility Analysis</a:t>
            </a:r>
          </a:p>
          <a:p>
            <a:r>
              <a:rPr lang="en-US" dirty="0"/>
              <a:t>05 Prototype</a:t>
            </a:r>
          </a:p>
          <a:p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B10C7A9E-B1D7-4285-8DD5-D28AFDC7B4F8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5AF05980-54E0-4F3D-BAF3-4CE06FA77025}" type="datetime1">
              <a:rPr lang="en-US" smtClean="0"/>
              <a:pPr/>
              <a:t>10/8/2025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A7B234E-FE17-4087-92FD-3802CA26E96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55168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BE394849-EE6D-4358-A824-BBF6E518EAE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01</a:t>
            </a:r>
          </a:p>
        </p:txBody>
      </p:sp>
      <p:sp>
        <p:nvSpPr>
          <p:cNvPr id="18" name="Title 17">
            <a:extLst>
              <a:ext uri="{FF2B5EF4-FFF2-40B4-BE49-F238E27FC236}">
                <a16:creationId xmlns:a16="http://schemas.microsoft.com/office/drawing/2014/main" id="{EA6B7DE5-BFCC-4EEF-9609-8AA1C7CAD3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Need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B371F2-DBA5-415A-82C8-651F587B857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A </a:t>
            </a:r>
            <a:r>
              <a:rPr lang="en-US" b="1" dirty="0"/>
              <a:t>Mess Management System</a:t>
            </a:r>
            <a:r>
              <a:rPr lang="en-US" dirty="0"/>
              <a:t> is essential to efficiently handle daily operations in institutional or organizational messes such as hostels, offices, or canteens. Traditional manual systems lead to inefficiencies, errors, and poor user experience.</a:t>
            </a:r>
          </a:p>
        </p:txBody>
      </p:sp>
      <p:pic>
        <p:nvPicPr>
          <p:cNvPr id="27" name="Picture Placeholder 26" descr="common foods that can be found in beauty products like coconut, avacado, honey, etc.&#10;">
            <a:extLst>
              <a:ext uri="{FF2B5EF4-FFF2-40B4-BE49-F238E27FC236}">
                <a16:creationId xmlns:a16="http://schemas.microsoft.com/office/drawing/2014/main" id="{FC80FA98-D238-41BC-848B-15F7D2C9D061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210300" y="433966"/>
            <a:ext cx="4953000" cy="3090862"/>
          </a:xfrm>
        </p:spPr>
      </p:pic>
      <p:pic>
        <p:nvPicPr>
          <p:cNvPr id="29" name="Picture Placeholder 28" descr="sunflower">
            <a:extLst>
              <a:ext uri="{FF2B5EF4-FFF2-40B4-BE49-F238E27FC236}">
                <a16:creationId xmlns:a16="http://schemas.microsoft.com/office/drawing/2014/main" id="{071DE959-F62C-476A-A8B1-B4C0E3CC7BA6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/>
      </p:pic>
      <p:pic>
        <p:nvPicPr>
          <p:cNvPr id="31" name="Picture Placeholder 30" descr="pink flower">
            <a:extLst>
              <a:ext uri="{FF2B5EF4-FFF2-40B4-BE49-F238E27FC236}">
                <a16:creationId xmlns:a16="http://schemas.microsoft.com/office/drawing/2014/main" id="{26F59C63-890F-4F30-B979-40A77F09EDB5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/>
      </p:pic>
      <p:sp>
        <p:nvSpPr>
          <p:cNvPr id="34" name="Date Placeholder 33">
            <a:extLst>
              <a:ext uri="{FF2B5EF4-FFF2-40B4-BE49-F238E27FC236}">
                <a16:creationId xmlns:a16="http://schemas.microsoft.com/office/drawing/2014/main" id="{D30A968E-AB03-4BB5-BF8E-EB31DFD33B17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9FEF76E7-2EBE-4103-B764-AD23619BE076}" type="datetime1">
              <a:rPr lang="en-US" smtClean="0"/>
              <a:pPr/>
              <a:t>10/8/2025</a:t>
            </a:fld>
            <a:endParaRPr lang="en-US" dirty="0"/>
          </a:p>
        </p:txBody>
      </p:sp>
      <p:sp>
        <p:nvSpPr>
          <p:cNvPr id="35" name="Slide Number Placeholder 34">
            <a:extLst>
              <a:ext uri="{FF2B5EF4-FFF2-40B4-BE49-F238E27FC236}">
                <a16:creationId xmlns:a16="http://schemas.microsoft.com/office/drawing/2014/main" id="{5789CCB9-138D-4D90-8AFB-AC5C7361251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12936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BB74BB8A-7BAA-4A6E-9CC4-CB382C68DEE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02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9055465-EA9F-436E-A0C3-64912E06BF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2819" y="2882540"/>
            <a:ext cx="6674802" cy="655320"/>
          </a:xfrm>
        </p:spPr>
        <p:txBody>
          <a:bodyPr>
            <a:noAutofit/>
          </a:bodyPr>
          <a:lstStyle/>
          <a:p>
            <a:r>
              <a:rPr lang="en-US" b="1" dirty="0"/>
              <a:t>Design</a:t>
            </a:r>
          </a:p>
        </p:txBody>
      </p:sp>
    </p:spTree>
    <p:extLst>
      <p:ext uri="{BB962C8B-B14F-4D97-AF65-F5344CB8AC3E}">
        <p14:creationId xmlns:p14="http://schemas.microsoft.com/office/powerpoint/2010/main" val="19120125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0BED305-E6B1-BAB9-3F84-6E8290B704DD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C09D4DA8-2D4A-4F06-BECA-044AF4113FB4}" type="datetime1">
              <a:rPr lang="en-US" smtClean="0"/>
              <a:t>10/8/2025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612918-2F1C-158E-9D37-CE486B61035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5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E59A4C9-FCF2-2D86-9E2C-00C4B8FFDF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9879" y="712512"/>
            <a:ext cx="7439435" cy="465462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3E25A89C-4741-326D-18C3-671D38A5958F}"/>
              </a:ext>
            </a:extLst>
          </p:cNvPr>
          <p:cNvSpPr txBox="1"/>
          <p:nvPr/>
        </p:nvSpPr>
        <p:spPr>
          <a:xfrm>
            <a:off x="8098523" y="5367132"/>
            <a:ext cx="235744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6"/>
                </a:solidFill>
              </a:rPr>
              <a:t>Login Page</a:t>
            </a:r>
          </a:p>
        </p:txBody>
      </p:sp>
    </p:spTree>
    <p:extLst>
      <p:ext uri="{BB962C8B-B14F-4D97-AF65-F5344CB8AC3E}">
        <p14:creationId xmlns:p14="http://schemas.microsoft.com/office/powerpoint/2010/main" val="13733268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3CBFE3-3A8C-544B-6BED-655A2C0399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46C8F5E-9AD1-E094-3D8B-AF6C025C60FF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C09D4DA8-2D4A-4F06-BECA-044AF4113FB4}" type="datetime1">
              <a:rPr lang="en-US" smtClean="0"/>
              <a:t>10/8/2025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A82478-E6F9-A3CB-A7AB-F467159EC5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FAC68F6-5AD0-0037-A63E-5285A62DF85D}"/>
              </a:ext>
            </a:extLst>
          </p:cNvPr>
          <p:cNvSpPr txBox="1"/>
          <p:nvPr/>
        </p:nvSpPr>
        <p:spPr>
          <a:xfrm>
            <a:off x="1697828" y="5357193"/>
            <a:ext cx="235744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6"/>
                </a:solidFill>
              </a:rPr>
              <a:t>Staff Dashboard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5ACAFEE-1046-BA51-CFEE-6AC9C0C04B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393" y="726659"/>
            <a:ext cx="5100313" cy="434215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A266A13-503B-AF13-1135-94C78E5490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77973" y="726659"/>
            <a:ext cx="6176755" cy="436124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63A1BA2-F41B-1070-E728-2DDC4FC6FA6E}"/>
              </a:ext>
            </a:extLst>
          </p:cNvPr>
          <p:cNvSpPr txBox="1"/>
          <p:nvPr/>
        </p:nvSpPr>
        <p:spPr>
          <a:xfrm>
            <a:off x="7995217" y="5357193"/>
            <a:ext cx="26404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000" b="1" dirty="0">
                <a:solidFill>
                  <a:schemeClr val="accent6"/>
                </a:solidFill>
              </a:rPr>
              <a:t>Student Dashboard</a:t>
            </a:r>
          </a:p>
        </p:txBody>
      </p:sp>
    </p:spTree>
    <p:extLst>
      <p:ext uri="{BB962C8B-B14F-4D97-AF65-F5344CB8AC3E}">
        <p14:creationId xmlns:p14="http://schemas.microsoft.com/office/powerpoint/2010/main" val="22385856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Text Placeholder 57">
            <a:extLst>
              <a:ext uri="{FF2B5EF4-FFF2-40B4-BE49-F238E27FC236}">
                <a16:creationId xmlns:a16="http://schemas.microsoft.com/office/drawing/2014/main" id="{C6655028-4C8E-4A3F-A17E-06A507BFF4F4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en-US" dirty="0"/>
              <a:t>03</a:t>
            </a:r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29E24BCE-48CF-4EA0-8CEE-DABDE8C63D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Bid and Pitch</a:t>
            </a:r>
          </a:p>
        </p:txBody>
      </p:sp>
      <p:sp>
        <p:nvSpPr>
          <p:cNvPr id="36" name="Date Placeholder 35">
            <a:extLst>
              <a:ext uri="{FF2B5EF4-FFF2-40B4-BE49-F238E27FC236}">
                <a16:creationId xmlns:a16="http://schemas.microsoft.com/office/drawing/2014/main" id="{F6CE792E-745D-4408-9AB1-740D556972A1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E65208FE-0220-403B-8209-06D9990EA4C9}" type="datetime1">
              <a:rPr lang="en-US" smtClean="0"/>
              <a:pPr/>
              <a:t>10/8/2025</a:t>
            </a:fld>
            <a:endParaRPr lang="en-US" dirty="0"/>
          </a:p>
        </p:txBody>
      </p:sp>
      <p:sp>
        <p:nvSpPr>
          <p:cNvPr id="37" name="Slide Number Placeholder 36">
            <a:extLst>
              <a:ext uri="{FF2B5EF4-FFF2-40B4-BE49-F238E27FC236}">
                <a16:creationId xmlns:a16="http://schemas.microsoft.com/office/drawing/2014/main" id="{BF214639-68C6-49E7-90D4-F4DAFEFBFE0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E751C6C-AB17-0369-9B32-EE3445E857E7}"/>
              </a:ext>
            </a:extLst>
          </p:cNvPr>
          <p:cNvSpPr txBox="1"/>
          <p:nvPr/>
        </p:nvSpPr>
        <p:spPr>
          <a:xfrm>
            <a:off x="1051560" y="2017643"/>
            <a:ext cx="10738821" cy="40010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Our </a:t>
            </a:r>
            <a:r>
              <a:rPr lang="en-US" sz="2400" b="1" dirty="0">
                <a:solidFill>
                  <a:schemeClr val="accent2">
                    <a:lumMod val="50000"/>
                  </a:schemeClr>
                </a:solidFill>
              </a:rPr>
              <a:t>Mess Management System</a:t>
            </a:r>
            <a:r>
              <a:rPr lang="en-US" sz="2400" dirty="0">
                <a:solidFill>
                  <a:schemeClr val="accent2">
                    <a:lumMod val="50000"/>
                  </a:schemeClr>
                </a:solidFill>
              </a:rPr>
              <a:t> </a:t>
            </a:r>
            <a:r>
              <a:rPr lang="en-US" sz="2400" dirty="0"/>
              <a:t>offers a </a:t>
            </a:r>
            <a:r>
              <a:rPr lang="en-US" sz="2400" b="1" dirty="0"/>
              <a:t>smart, automated solution</a:t>
            </a:r>
            <a:r>
              <a:rPr lang="en-US" sz="2400" dirty="0"/>
              <a:t> to simplify daily mess operations.</a:t>
            </a:r>
            <a:br>
              <a:rPr lang="en-US" sz="2400" dirty="0"/>
            </a:br>
            <a:r>
              <a:rPr lang="en-US" sz="2400" dirty="0"/>
              <a:t>By integrating </a:t>
            </a:r>
            <a:r>
              <a:rPr lang="en-US" sz="2400" b="1" dirty="0"/>
              <a:t>meal tracking, billing, and inventory management</a:t>
            </a:r>
            <a:r>
              <a:rPr lang="en-US" sz="2400" dirty="0"/>
              <a:t> in a single platform, it eliminates manual errors and improves efficiency.</a:t>
            </a:r>
          </a:p>
          <a:p>
            <a:endParaRPr lang="en-US" sz="2400" dirty="0"/>
          </a:p>
          <a:p>
            <a:r>
              <a:rPr lang="en-US" sz="2400" b="1" dirty="0">
                <a:solidFill>
                  <a:schemeClr val="accent2">
                    <a:lumMod val="50000"/>
                  </a:schemeClr>
                </a:solidFill>
              </a:rPr>
              <a:t>Key Advantages:</a:t>
            </a:r>
          </a:p>
          <a:p>
            <a:r>
              <a:rPr lang="en-US" sz="2400" b="1" dirty="0"/>
              <a:t>1. Transparency:</a:t>
            </a:r>
            <a:r>
              <a:rPr lang="en-US" sz="2400" dirty="0"/>
              <a:t> Real-time meal data and clear cost breakdowns.</a:t>
            </a:r>
          </a:p>
          <a:p>
            <a:r>
              <a:rPr lang="en-US" sz="2400" b="1" dirty="0"/>
              <a:t>2. Reduced Wastage:</a:t>
            </a:r>
            <a:r>
              <a:rPr lang="en-US" sz="2400" dirty="0"/>
              <a:t> Predictive analytics optimize food usage.</a:t>
            </a:r>
          </a:p>
          <a:p>
            <a:r>
              <a:rPr lang="en-US" sz="2400" b="1" dirty="0"/>
              <a:t>3. User-Friendly:</a:t>
            </a:r>
            <a:r>
              <a:rPr lang="en-US" sz="2400" dirty="0"/>
              <a:t> Web and mobile access for staff and users.</a:t>
            </a:r>
          </a:p>
          <a:p>
            <a:r>
              <a:rPr lang="en-US" sz="2400" b="1" dirty="0"/>
              <a:t>4. Scalable:</a:t>
            </a:r>
            <a:r>
              <a:rPr lang="en-US" sz="2400" dirty="0"/>
              <a:t> Suitable for hostels, offices, and corporate cafeterias.</a:t>
            </a:r>
          </a:p>
          <a:p>
            <a:endParaRPr lang="en-IN" sz="1400" dirty="0"/>
          </a:p>
        </p:txBody>
      </p:sp>
    </p:spTree>
    <p:extLst>
      <p:ext uri="{BB962C8B-B14F-4D97-AF65-F5344CB8AC3E}">
        <p14:creationId xmlns:p14="http://schemas.microsoft.com/office/powerpoint/2010/main" val="40835465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0039366-CC4B-45CC-9139-66129D35DB2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04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94C1777-B62D-468E-BE34-64A07CED09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b="1" dirty="0"/>
              <a:t>Feasibility Analysis</a:t>
            </a:r>
          </a:p>
        </p:txBody>
      </p:sp>
    </p:spTree>
    <p:extLst>
      <p:ext uri="{BB962C8B-B14F-4D97-AF65-F5344CB8AC3E}">
        <p14:creationId xmlns:p14="http://schemas.microsoft.com/office/powerpoint/2010/main" val="6751371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E19BF1C0-EE32-4EEE-9539-CE8473AA2F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What we asked the mess in charge</a:t>
            </a:r>
          </a:p>
        </p:txBody>
      </p:sp>
      <p:pic>
        <p:nvPicPr>
          <p:cNvPr id="20" name="Picture Placeholder 19" descr="yellow flowers&#10;">
            <a:extLst>
              <a:ext uri="{FF2B5EF4-FFF2-40B4-BE49-F238E27FC236}">
                <a16:creationId xmlns:a16="http://schemas.microsoft.com/office/drawing/2014/main" id="{1612D3C6-D0D2-4983-8DA7-E3A3B7303339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28700" y="3543300"/>
            <a:ext cx="3924300" cy="3314700"/>
          </a:xfrm>
          <a:ln>
            <a:noFill/>
          </a:ln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4BD264-B274-4D4C-8E2B-C6F7606B254F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6191250" y="1981200"/>
            <a:ext cx="4972050" cy="4473575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>
                <a:solidFill>
                  <a:schemeClr val="accent2">
                    <a:lumMod val="50000"/>
                  </a:schemeClr>
                </a:solidFill>
                <a:cs typeface="Biome Light" panose="020B0303030204020804" pitchFamily="34" charset="0"/>
              </a:rPr>
              <a:t>What is the current method?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accent2">
                    <a:lumMod val="50000"/>
                  </a:schemeClr>
                </a:solidFill>
                <a:cs typeface="Biome Light" panose="020B0303030204020804" pitchFamily="34" charset="0"/>
              </a:rPr>
              <a:t>Ask for the number of students present in the hostel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accent2">
                    <a:lumMod val="50000"/>
                  </a:schemeClr>
                </a:solidFill>
                <a:cs typeface="Biome Light" panose="020B0303030204020804" pitchFamily="34" charset="0"/>
              </a:rPr>
              <a:t>The hostel committee is consulted for the same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accent2">
                    <a:lumMod val="50000"/>
                  </a:schemeClr>
                </a:solidFill>
                <a:cs typeface="Biome Light" panose="020B0303030204020804" pitchFamily="34" charset="0"/>
              </a:rPr>
              <a:t>Make the food.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2">
                    <a:lumMod val="50000"/>
                  </a:schemeClr>
                </a:solidFill>
                <a:cs typeface="Biome Light" panose="020B0303030204020804" pitchFamily="34" charset="0"/>
              </a:rPr>
              <a:t>How is our solution helpful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accent2">
                    <a:lumMod val="50000"/>
                  </a:schemeClr>
                </a:solidFill>
                <a:cs typeface="Biome Light" panose="020B0303030204020804" pitchFamily="34" charset="0"/>
              </a:rPr>
              <a:t>The staff will get to know the number of students coming for the meal.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accent2">
                    <a:lumMod val="50000"/>
                  </a:schemeClr>
                </a:solidFill>
                <a:cs typeface="Biome Light" panose="020B0303030204020804" pitchFamily="34" charset="0"/>
              </a:rPr>
              <a:t>More accurate attendance and estimations.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accent2">
                    <a:lumMod val="50000"/>
                  </a:schemeClr>
                </a:solidFill>
                <a:cs typeface="Biome Light" panose="020B0303030204020804" pitchFamily="34" charset="0"/>
              </a:rPr>
              <a:t>Food will be made according to the number of students coming for the meal instead of the number of students present in the hostel.</a:t>
            </a:r>
          </a:p>
          <a:p>
            <a:endParaRPr lang="en-US" sz="1600" dirty="0">
              <a:solidFill>
                <a:schemeClr val="tx2">
                  <a:lumMod val="50000"/>
                </a:schemeClr>
              </a:solidFill>
              <a:cs typeface="Biome Light" panose="020B0303030204020804" pitchFamily="34" charset="0"/>
            </a:endParaRPr>
          </a:p>
        </p:txBody>
      </p:sp>
      <p:sp>
        <p:nvSpPr>
          <p:cNvPr id="30" name="Date Placeholder 29">
            <a:extLst>
              <a:ext uri="{FF2B5EF4-FFF2-40B4-BE49-F238E27FC236}">
                <a16:creationId xmlns:a16="http://schemas.microsoft.com/office/drawing/2014/main" id="{5C3C5043-9E0B-4C7C-B3D8-6124850B4088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F5615077-39AD-4FB2-A061-5884E8516F91}" type="datetime1">
              <a:rPr lang="en-US" smtClean="0"/>
              <a:t>10/8/2025</a:t>
            </a:fld>
            <a:endParaRPr lang="en-US" dirty="0"/>
          </a:p>
        </p:txBody>
      </p:sp>
      <p:sp>
        <p:nvSpPr>
          <p:cNvPr id="31" name="Slide Number Placeholder 30">
            <a:extLst>
              <a:ext uri="{FF2B5EF4-FFF2-40B4-BE49-F238E27FC236}">
                <a16:creationId xmlns:a16="http://schemas.microsoft.com/office/drawing/2014/main" id="{AD175D2A-0058-45E0-AAF6-7260876F00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31196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E5529B-0AF0-10C9-4A5D-332C15920C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287E2413-BA41-19BE-952E-362FE67A53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What we asked the students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21A7A8-D9BE-F41F-AEF6-2BEFA58201E0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6191250" y="1981200"/>
            <a:ext cx="4972050" cy="4473575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>
                <a:solidFill>
                  <a:schemeClr val="accent2">
                    <a:lumMod val="50000"/>
                  </a:schemeClr>
                </a:solidFill>
                <a:cs typeface="Biome Light" panose="020B0303030204020804" pitchFamily="34" charset="0"/>
              </a:rPr>
              <a:t>What are some reasons to not mark the attendance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accent2">
                    <a:lumMod val="50000"/>
                  </a:schemeClr>
                </a:solidFill>
                <a:cs typeface="Biome Light" panose="020B0303030204020804" pitchFamily="34" charset="0"/>
              </a:rPr>
              <a:t>Forgetfulness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accent2">
                    <a:lumMod val="50000"/>
                  </a:schemeClr>
                </a:solidFill>
                <a:cs typeface="Biome Light" panose="020B0303030204020804" pitchFamily="34" charset="0"/>
              </a:rPr>
              <a:t>Lack of incentive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accent2">
                    <a:lumMod val="50000"/>
                  </a:schemeClr>
                </a:solidFill>
                <a:cs typeface="Biome Light" panose="020B0303030204020804" pitchFamily="34" charset="0"/>
              </a:rPr>
              <a:t>Lack of privacy.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2">
                    <a:lumMod val="50000"/>
                  </a:schemeClr>
                </a:solidFill>
                <a:cs typeface="Biome Light" panose="020B0303030204020804" pitchFamily="34" charset="0"/>
              </a:rPr>
              <a:t>Our Solutions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accent2">
                    <a:lumMod val="50000"/>
                  </a:schemeClr>
                </a:solidFill>
                <a:cs typeface="Biome Light" panose="020B0303030204020804" pitchFamily="34" charset="0"/>
              </a:rPr>
              <a:t>Timely </a:t>
            </a:r>
            <a:r>
              <a:rPr lang="en-US" sz="1600" b="1" dirty="0">
                <a:solidFill>
                  <a:schemeClr val="accent2">
                    <a:lumMod val="50000"/>
                  </a:schemeClr>
                </a:solidFill>
                <a:cs typeface="Biome Light" panose="020B0303030204020804" pitchFamily="34" charset="0"/>
              </a:rPr>
              <a:t>notifications</a:t>
            </a:r>
            <a:r>
              <a:rPr lang="en-US" sz="1600" dirty="0">
                <a:solidFill>
                  <a:schemeClr val="accent2">
                    <a:lumMod val="50000"/>
                  </a:schemeClr>
                </a:solidFill>
                <a:cs typeface="Biome Light" panose="020B0303030204020804" pitchFamily="34" charset="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accent2">
                    <a:lumMod val="50000"/>
                  </a:schemeClr>
                </a:solidFill>
                <a:cs typeface="Biome Light" panose="020B0303030204020804" pitchFamily="34" charset="0"/>
              </a:rPr>
              <a:t>Making the </a:t>
            </a:r>
            <a:r>
              <a:rPr lang="en-US" sz="1600" b="1" dirty="0">
                <a:solidFill>
                  <a:schemeClr val="accent2">
                    <a:lumMod val="50000"/>
                  </a:schemeClr>
                </a:solidFill>
                <a:cs typeface="Biome Light" panose="020B0303030204020804" pitchFamily="34" charset="0"/>
              </a:rPr>
              <a:t>reduced food wastage</a:t>
            </a:r>
            <a:r>
              <a:rPr lang="en-US" sz="1600" dirty="0">
                <a:solidFill>
                  <a:schemeClr val="accent2">
                    <a:lumMod val="50000"/>
                  </a:schemeClr>
                </a:solidFill>
                <a:cs typeface="Biome Light" panose="020B0303030204020804" pitchFamily="34" charset="0"/>
              </a:rPr>
              <a:t> and potentially a point system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accent2">
                    <a:lumMod val="50000"/>
                  </a:schemeClr>
                </a:solidFill>
                <a:cs typeface="Biome Light" panose="020B0303030204020804" pitchFamily="34" charset="0"/>
              </a:rPr>
              <a:t>Transparency</a:t>
            </a:r>
            <a:r>
              <a:rPr lang="en-US" sz="1600" dirty="0">
                <a:solidFill>
                  <a:schemeClr val="accent2">
                    <a:lumMod val="50000"/>
                  </a:schemeClr>
                </a:solidFill>
                <a:cs typeface="Biome Light" panose="020B0303030204020804" pitchFamily="34" charset="0"/>
              </a:rPr>
              <a:t> about which data is being collected and why</a:t>
            </a:r>
          </a:p>
          <a:p>
            <a:endParaRPr lang="en-US" sz="1600" dirty="0">
              <a:solidFill>
                <a:schemeClr val="tx2">
                  <a:lumMod val="50000"/>
                </a:schemeClr>
              </a:solidFill>
              <a:cs typeface="Biome Light" panose="020B0303030204020804" pitchFamily="34" charset="0"/>
            </a:endParaRPr>
          </a:p>
        </p:txBody>
      </p:sp>
      <p:sp>
        <p:nvSpPr>
          <p:cNvPr id="30" name="Date Placeholder 29">
            <a:extLst>
              <a:ext uri="{FF2B5EF4-FFF2-40B4-BE49-F238E27FC236}">
                <a16:creationId xmlns:a16="http://schemas.microsoft.com/office/drawing/2014/main" id="{ADFA2FB9-4B41-F088-F8EB-EB01E5F8FAB8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F5615077-39AD-4FB2-A061-5884E8516F91}" type="datetime1">
              <a:rPr lang="en-US" smtClean="0"/>
              <a:t>10/9/2025</a:t>
            </a:fld>
            <a:endParaRPr lang="en-US" dirty="0"/>
          </a:p>
        </p:txBody>
      </p:sp>
      <p:sp>
        <p:nvSpPr>
          <p:cNvPr id="31" name="Slide Number Placeholder 30">
            <a:extLst>
              <a:ext uri="{FF2B5EF4-FFF2-40B4-BE49-F238E27FC236}">
                <a16:creationId xmlns:a16="http://schemas.microsoft.com/office/drawing/2014/main" id="{67D59996-CDA5-64C6-53F8-F1E834837F1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10</a:t>
            </a:fld>
            <a:endParaRPr lang="en-US" dirty="0"/>
          </a:p>
        </p:txBody>
      </p:sp>
      <p:pic>
        <p:nvPicPr>
          <p:cNvPr id="9" name="Picture Placeholder 8" descr="Herbs on bundles on a wood table">
            <a:extLst>
              <a:ext uri="{FF2B5EF4-FFF2-40B4-BE49-F238E27FC236}">
                <a16:creationId xmlns:a16="http://schemas.microsoft.com/office/drawing/2014/main" id="{107C45C3-6CEA-C292-8AEF-6047686AD419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 l="10488" r="10488"/>
          <a:stretch/>
        </p:blipFill>
        <p:spPr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84162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Minimalist Presentation">
      <a:dk1>
        <a:sysClr val="windowText" lastClr="000000"/>
      </a:dk1>
      <a:lt1>
        <a:sysClr val="window" lastClr="FFFFFF"/>
      </a:lt1>
      <a:dk2>
        <a:srgbClr val="ABABAB"/>
      </a:dk2>
      <a:lt2>
        <a:srgbClr val="F2F1EE"/>
      </a:lt2>
      <a:accent1>
        <a:srgbClr val="D8D2CD"/>
      </a:accent1>
      <a:accent2>
        <a:srgbClr val="C0C9C2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3">
      <a:majorFont>
        <a:latin typeface="Biome Light"/>
        <a:ea typeface=""/>
        <a:cs typeface=""/>
      </a:majorFont>
      <a:minorFont>
        <a:latin typeface="Biome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inimalist color presentation_Win32_LW_v2.potx" id="{B7F4C684-7BE5-4BD8-BEBE-7F207A45F474}" vid="{9091DE1E-F617-4C59-950B-F96736B889D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6e97fa315356fffbdcd9876fe988c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4b8f0def80e6d70ce3def20c90759a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6A1B7BBB-8F46-4BA8-85EC-2ECC1D2E329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53A10211-FBDE-44DA-8AD6-29E596B2975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D0976319-4513-485C-AD3A-E56C39927A38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Minimalist color presentation</Template>
  <TotalTime>870</TotalTime>
  <Words>321</Words>
  <Application>Microsoft Office PowerPoint</Application>
  <PresentationFormat>Widescreen</PresentationFormat>
  <Paragraphs>61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Biome Light</vt:lpstr>
      <vt:lpstr>Calibri</vt:lpstr>
      <vt:lpstr>Office Theme</vt:lpstr>
      <vt:lpstr>Mess Management System</vt:lpstr>
      <vt:lpstr>Agenda</vt:lpstr>
      <vt:lpstr>Need Analysis</vt:lpstr>
      <vt:lpstr>Design</vt:lpstr>
      <vt:lpstr>PowerPoint Presentation</vt:lpstr>
      <vt:lpstr>PowerPoint Presentation</vt:lpstr>
      <vt:lpstr>Bid and Pitch</vt:lpstr>
      <vt:lpstr>Feasibility Analysis</vt:lpstr>
      <vt:lpstr>What we asked the mess in charge</vt:lpstr>
      <vt:lpstr>What we asked the students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Bharat Arora</dc:creator>
  <cp:lastModifiedBy>Bharat Arora</cp:lastModifiedBy>
  <cp:revision>2</cp:revision>
  <dcterms:created xsi:type="dcterms:W3CDTF">2025-10-08T17:41:47Z</dcterms:created>
  <dcterms:modified xsi:type="dcterms:W3CDTF">2025-10-09T08:12:28Z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